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2563EB"/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solidFill>
            <a:srgbClr val="2563EB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solidFill>
            <a:srgbClr val="2563EB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2563EB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